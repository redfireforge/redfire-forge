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🔥 RedfireForge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BF5"/>
                </a:solidFill>
                <a:latin typeface="Calibri"/>
              </a:defRPr>
            </a:pPr>
            <a:r>
              <a:t>API Performance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B35"/>
                </a:solidFill>
                <a:latin typeface="Calibri"/>
              </a:defRPr>
            </a:pPr>
            <a:r>
              <a:t>Fire. Measure. Validate.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D97"/>
                </a:solidFill>
                <a:latin typeface="Calibri"/>
              </a:defRPr>
            </a:pPr>
            <a:r>
              <a:t>Training Guide — v0.2.0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1.  What is RedfireForge?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2.  Installation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968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3.  Core Concepts: Environments, Microservices, Feature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4.  Creating &amp; Organizing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5.  Authentication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6.  Running Performance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7.  Analyzing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743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8.  Export &amp;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9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9.  Desktop vs Web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10. Tips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is RedfireForge?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A visual API performance testing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RedfireForge?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Desktop &amp; web application for API performance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Define HTTP tests visually — no scripting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Execute with configurable concurrency (sequential, parallel, ramp-up)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Validate responses with a visual JSON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Analyze results with built-in dashboards and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Built with React + TypeScript + Vite + Tauri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Hierarchical test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Drag-and-drop reordering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OAuth2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Global auth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Environment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Microservice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Configurable 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Response validation (JSON)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Results dashboard &amp;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Export / Import with conflict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Desktop app (macOS, Windows, Linux)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Cross-platform data portability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Installation &amp;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Desktop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macOS: Open the .dmg file → drag RedfireForge to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Windows: Run the .msi installer → follow the wizard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Linux: Use the .AppImage (make executable) or install the .deb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First-time macOS: Right-click → Open → click "Open" to bypass Gatekeeper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Web mode: Open http://localhost:5173 in browser (dev server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Environments, Microservices &amp; Feature Groups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How tests are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Environment  →  d01, t01, t02, p01, etc.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Microservice  →  sales-product-autoassign,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Feature Group  →  A collection of related test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    └─ Scenario  →  A specific test flow (e.g., "Onboarding Flow")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         └─ Test  →  An individual HTTP request with assertions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Environments &amp;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Configure in Settings →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Settings → manage Environments (d01, t01, p01, 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Settings → manage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Sidebar filters Feature Groups by selected Environment + Microservice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Each Feature Group is tagged with an Environment and Microservice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Creating &amp; Organizing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Container for related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Click "+ Add Feature Group" in the Feature Groups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Assign an Environment and Microservice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Add Scenarios inside each Feature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Add Tests inside each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Use drag-and-drop to reorder or move scenarios between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Setting up an HTTP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Name &amp;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HTTP method (GET, POST, PUT, DELETE, PATCH)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URL (supports environment variables)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Headers (key-value pairs)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Request body (JSON)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Expected status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Response validation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Authentication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Timeout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Pre/post request delays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Global Profiles &amp; Inheritance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Authentication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4-tier inheritance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Global Auth Profile  →  defined in Settings (e.g., dev-oauth, prod-oauth)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Feature Group Auth  →  inherits from Global, can override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Scenario Auth  →  inherits from Feature Group, can 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Test Auth  →  inherits from Scenario, can 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Supports: OAuth2 (Client Credentials), Bearer Token, Basic Auth, API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Use "Verify" button to test credentials before running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Running Performance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Test Runner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Configure and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Select a Feature Group, Scenario, or individual Test to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Configure number of iterations (runs)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Choose execution mode: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    Sequential  →  one request at a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    Parallel  →  all requests 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    Ramp-up  →  gradually increase 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View real-time progress during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Results auto-save after completion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Analyzing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Results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Review past test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View all historical test runs with timestamps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Metrics: avg / min / max / p95 / p99 response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Error rate and status code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Compare multiple runs side by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Delete old runs to free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Export results as JSON or CSV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Export &amp;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BF5"/>
                </a:solidFill>
                <a:latin typeface="Calibri"/>
              </a:defRPr>
            </a:pPr>
            <a:r>
              <a:t>Share configurations across teams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Export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Settings →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Export everything or select specific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Includes: Environments, Microservices, Auth Profiles, Feature Groups,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Standardized filename: {env}-{microservice}-{level}-{name}-{timestamp}.json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Desktop default directory: Documents/RedfireForge/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Share .json files with teammates for consistent test setups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Import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D97"/>
                </a:solidFill>
                <a:latin typeface="Calibri"/>
              </a:defRPr>
            </a:pPr>
            <a:r>
              <a:t>Settings →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Import previously exported .json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Automatic conflict detection (ID + name matching)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Per-item resolution: Skip, Overwrite, or Keep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Bulk actions: select all / deselect all per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Preview all items before importing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Desktop opens Documents/RedfireForge/ by default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Desktop vs Web Mode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Desktop vs Web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Desktop (Tauri)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Web (Browser)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OS AppData (files)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localStorage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HTTP Requests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Native (no CORS)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Vite proxy required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Dialogs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Native OS dialogs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Browser file picker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Directory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Documents/RedfireForge/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Browser default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Installation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.dmg / .msi / .AppImage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npm run dev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Offline Use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(needs dev server)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Cross-browser Sync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N/A (single app)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Tips &amp; Best Practices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Tips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Organize by environment: one Feature Group per env/microservice combo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Use Global Auth Profiles to avoid duplicating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Export your config regularly as backup (Documents/RedfireForge/)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Use drag-and-drop to restructure tests as requirements 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Start with Sequential mode, then switch to Parallel for load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Check the Results Dashboard after each run — look for p95/p99 spikes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Use the desktop app for best performance and no CORS issues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Quick Reference — Keyboard &amp; Navigation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Switch tabs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Header bar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Click Feature Groups / Test Runner / Results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Filter tests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Sidebar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 Environment + Microservice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Create Feature Group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Groups tab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Click "+ Add Feature Group"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Scenario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 Feature Group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Click "+ Add Scenario"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Test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 Scenario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Click "+ Add Test"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Reorder items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Groups tab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Drag and drop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 Settings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Sidebar bottom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Click ⚙ Settings</a:t>
                      </a:r>
                    </a:p>
                  </a:txBody>
                  <a:tcPr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Export / Import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Settings modal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Export Center / Import Center buttons</a:t>
                      </a:r>
                    </a:p>
                  </a:txBody>
                  <a:tcPr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🔥 Ready to Forge!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BF5"/>
                </a:solidFill>
                <a:latin typeface="Calibri"/>
              </a:defRPr>
            </a:pPr>
            <a:r>
              <a:t>Start testing your APIs with RedfireForge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D97"/>
                </a:solidFill>
                <a:latin typeface="Calibri"/>
              </a:defRPr>
            </a:pPr>
            <a:r>
              <a:t>v0.2.0 — API Performance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